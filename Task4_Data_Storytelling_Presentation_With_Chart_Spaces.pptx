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Storytelling &amp; Statistical Validation</a:t>
            </a:r>
          </a:p>
          <a:p>
            <a:r>
              <a:t>ApexPlanet Data Analytics Internship</a:t>
            </a:r>
          </a:p>
          <a:p>
            <a:r>
              <a:t>Prepared By: Manogna Akula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company wants to understand customer behavior, product performance, sales trends, and market opportunities to improve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Records: 2823</a:t>
            </a:r>
          </a:p>
          <a:p>
            <a:r>
              <a:t>Tools: Python, Pandas, Matplotlib, Google Colab,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Euro Shopping Channel generated the highest revenue among all customers.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9436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CHART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Classic Cars generated the highest revenue among all product categories.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9436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CHART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Country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USA generated the highest sales revenue.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9436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CHART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 Sales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November recorded the highest sales and strongest year-end demand.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9436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CHART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Deal Size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Medium-sized deals contribute the largest share of revenue.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9436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CHART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and Revenue Per Unit show a strong positive relationship.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9436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CHART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Focus on high-value customers, expand Classic Cars, strengthen USA market.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analysis identified key sales drivers and business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